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4"/>
  </p:notesMasterIdLst>
  <p:sldIdLst>
    <p:sldId id="259" r:id="rId10"/>
    <p:sldId id="256" r:id="rId11"/>
    <p:sldId id="257" r:id="rId12"/>
    <p:sldId id="258" r:id="rId13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8"/>
  </p:normalViewPr>
  <p:slideViewPr>
    <p:cSldViewPr snapToGrid="0" snapToObjects="1">
      <p:cViewPr varScale="1">
        <p:scale>
          <a:sx n="32" d="100"/>
          <a:sy n="32" d="100"/>
        </p:scale>
        <p:origin x="748" y="24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83DD923-FC7C-80C6-86D8-61B5E5FA8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en-US" altLang="ja-JP" dirty="0" err="1"/>
              <a:t>ImageFlux</a:t>
            </a:r>
            <a:r>
              <a:rPr kumimoji="1" lang="en-US" altLang="ja-JP" dirty="0"/>
              <a:t> Live Streaming</a:t>
            </a:r>
          </a:p>
          <a:p>
            <a:r>
              <a:rPr lang="ja-JP" altLang="en-US" dirty="0"/>
              <a:t>認証・認可スタブ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024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ACC5DE9-2869-57FC-27F2-E899B3037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実現イメージ</a:t>
            </a:r>
            <a:endParaRPr kumimoji="1" lang="ja-JP" altLang="en-US" dirty="0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36CE7DF8-6E23-658F-F2BB-9B6378227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5024" y="2614017"/>
            <a:ext cx="1428750" cy="142875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647695AB-AAF7-3F82-E9FB-6B827AC69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524" y="2614017"/>
            <a:ext cx="1428750" cy="1428750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ACE77B7B-3213-48CF-7411-304F80828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6800" y="1888392"/>
            <a:ext cx="3609474" cy="2880000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5AA06882-22AD-5489-8449-E78BB7E14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5024" y="5471517"/>
            <a:ext cx="1428750" cy="1428750"/>
          </a:xfrm>
          <a:prstGeom prst="rect">
            <a:avLst/>
          </a:prstGeom>
        </p:spPr>
      </p:pic>
      <p:pic>
        <p:nvPicPr>
          <p:cNvPr id="19" name="グラフィックス 18">
            <a:extLst>
              <a:ext uri="{FF2B5EF4-FFF2-40B4-BE49-F238E27FC236}">
                <a16:creationId xmlns:a16="http://schemas.microsoft.com/office/drawing/2014/main" id="{FA629A4E-F1CC-B04E-50C8-8E9644DAB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2524" y="5471517"/>
            <a:ext cx="1428750" cy="1428750"/>
          </a:xfrm>
          <a:prstGeom prst="rect">
            <a:avLst/>
          </a:prstGeom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0EBCFC8-9552-13D7-B4A3-6E0719AF34CF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7683774" y="3328392"/>
            <a:ext cx="1428750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E9925EB-3BDF-DC3F-1099-6F2D6E05E72E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6969399" y="4042767"/>
            <a:ext cx="0" cy="142875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562E295A-D588-A6EB-9C1D-ADA10FB1FE8F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7683774" y="3328392"/>
            <a:ext cx="1428750" cy="2857500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矢印: 右 27">
            <a:extLst>
              <a:ext uri="{FF2B5EF4-FFF2-40B4-BE49-F238E27FC236}">
                <a16:creationId xmlns:a16="http://schemas.microsoft.com/office/drawing/2014/main" id="{ADD1CE18-7813-D8B4-05E4-0AEB3CF9C9EC}"/>
              </a:ext>
            </a:extLst>
          </p:cNvPr>
          <p:cNvSpPr/>
          <p:nvPr/>
        </p:nvSpPr>
        <p:spPr>
          <a:xfrm>
            <a:off x="5357836" y="3148392"/>
            <a:ext cx="360000" cy="3600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16EF28C-4C53-9787-3105-D2ED99D14E0A}"/>
              </a:ext>
            </a:extLst>
          </p:cNvPr>
          <p:cNvSpPr txBox="1"/>
          <p:nvPr/>
        </p:nvSpPr>
        <p:spPr>
          <a:xfrm>
            <a:off x="5889399" y="2244685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AppRun</a:t>
            </a:r>
            <a:r>
              <a:rPr kumimoji="1" lang="ja-JP" altLang="en-US" dirty="0"/>
              <a:t>共用型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6BCDBF8-FC3A-D688-8C2C-96016839A1F4}"/>
              </a:ext>
            </a:extLst>
          </p:cNvPr>
          <p:cNvSpPr txBox="1"/>
          <p:nvPr/>
        </p:nvSpPr>
        <p:spPr>
          <a:xfrm>
            <a:off x="8746899" y="1690687"/>
            <a:ext cx="216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モニタリング</a:t>
            </a:r>
            <a:br>
              <a:rPr kumimoji="1" lang="en-US" altLang="ja-JP" dirty="0"/>
            </a:br>
            <a:r>
              <a:rPr kumimoji="1" lang="ja-JP" altLang="en-US" dirty="0"/>
              <a:t>スイート</a:t>
            </a:r>
            <a:br>
              <a:rPr kumimoji="1" lang="en-US" altLang="ja-JP" dirty="0"/>
            </a:br>
            <a:r>
              <a:rPr kumimoji="1" lang="ja-JP" altLang="en-US" dirty="0"/>
              <a:t>（ログ）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AC473C6-6C2B-C2B3-0BE0-C72591A6EF9B}"/>
              </a:ext>
            </a:extLst>
          </p:cNvPr>
          <p:cNvSpPr txBox="1"/>
          <p:nvPr/>
        </p:nvSpPr>
        <p:spPr>
          <a:xfrm>
            <a:off x="8746898" y="4548187"/>
            <a:ext cx="216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モニタリング</a:t>
            </a:r>
            <a:br>
              <a:rPr kumimoji="1" lang="en-US" altLang="ja-JP" dirty="0"/>
            </a:br>
            <a:r>
              <a:rPr kumimoji="1" lang="ja-JP" altLang="en-US" dirty="0"/>
              <a:t>スイート</a:t>
            </a:r>
            <a:br>
              <a:rPr kumimoji="1" lang="en-US" altLang="ja-JP" dirty="0"/>
            </a:br>
            <a:r>
              <a:rPr kumimoji="1" lang="ja-JP" altLang="en-US" dirty="0"/>
              <a:t>（メトリクス）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6A3B061-E141-25CF-E5C6-5E0A0637B18B}"/>
              </a:ext>
            </a:extLst>
          </p:cNvPr>
          <p:cNvSpPr txBox="1"/>
          <p:nvPr/>
        </p:nvSpPr>
        <p:spPr>
          <a:xfrm>
            <a:off x="5889399" y="6900267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コンテナ</a:t>
            </a:r>
            <a:br>
              <a:rPr kumimoji="1" lang="en-US" altLang="ja-JP" dirty="0"/>
            </a:br>
            <a:r>
              <a:rPr kumimoji="1" lang="ja-JP" altLang="en-US" dirty="0"/>
              <a:t>レジストリ</a:t>
            </a:r>
          </a:p>
        </p:txBody>
      </p:sp>
    </p:spTree>
    <p:extLst>
      <p:ext uri="{BB962C8B-B14F-4D97-AF65-F5344CB8AC3E}">
        <p14:creationId xmlns:p14="http://schemas.microsoft.com/office/powerpoint/2010/main" val="70320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28B622-AFD9-50C0-C8A5-0A8571023C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配信リクエストフロー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36FAAE5-0C13-6015-C8EF-CAB0F397C8BF}"/>
              </a:ext>
            </a:extLst>
          </p:cNvPr>
          <p:cNvGrpSpPr/>
          <p:nvPr/>
        </p:nvGrpSpPr>
        <p:grpSpPr>
          <a:xfrm>
            <a:off x="10386469" y="2682684"/>
            <a:ext cx="3609475" cy="2880000"/>
            <a:chOff x="10386469" y="1776166"/>
            <a:chExt cx="3609475" cy="2880000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22CC046-9F81-8664-7C9A-E3FE23EB20AE}"/>
                </a:ext>
              </a:extLst>
            </p:cNvPr>
            <p:cNvSpPr/>
            <p:nvPr/>
          </p:nvSpPr>
          <p:spPr>
            <a:xfrm>
              <a:off x="10386470" y="1776166"/>
              <a:ext cx="3609474" cy="28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574E4B25-16AB-3611-A232-1DA6431C3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386469" y="1776166"/>
              <a:ext cx="3609474" cy="2880000"/>
            </a:xfrm>
            <a:prstGeom prst="rect">
              <a:avLst/>
            </a:prstGeom>
          </p:spPr>
        </p:pic>
      </p:grp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A1FDB846-D57D-A742-9F0C-0280B7509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469" y="3402684"/>
            <a:ext cx="1440000" cy="144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44C03F55-138C-5782-768B-23DC89513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5943" y="3402684"/>
            <a:ext cx="1440000" cy="144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E24582A2-DC4C-0259-9FCB-1E5655706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469" y="6282684"/>
            <a:ext cx="1440000" cy="144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8C776063-3DDA-936D-1ED7-11F4BF8F3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5943" y="6282684"/>
            <a:ext cx="1440000" cy="1440000"/>
          </a:xfrm>
          <a:prstGeom prst="rect">
            <a:avLst/>
          </a:prstGeom>
        </p:spPr>
      </p:pic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13D8519D-B419-72EE-E435-9543B16C3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469" y="9162684"/>
            <a:ext cx="1440000" cy="1440000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C49D2765-BB5A-AB65-BC2F-41DECAFED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5943" y="9162684"/>
            <a:ext cx="1440000" cy="1440000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136F504-64AB-CFA3-B54A-F655E88F659A}"/>
              </a:ext>
            </a:extLst>
          </p:cNvPr>
          <p:cNvGrpSpPr/>
          <p:nvPr/>
        </p:nvGrpSpPr>
        <p:grpSpPr>
          <a:xfrm>
            <a:off x="10386470" y="5562684"/>
            <a:ext cx="3609475" cy="2880000"/>
            <a:chOff x="10386469" y="1776166"/>
            <a:chExt cx="3609475" cy="28800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08ED4F5-8051-ED74-435D-E3C89DB93A86}"/>
                </a:ext>
              </a:extLst>
            </p:cNvPr>
            <p:cNvSpPr/>
            <p:nvPr/>
          </p:nvSpPr>
          <p:spPr>
            <a:xfrm>
              <a:off x="10386470" y="1776166"/>
              <a:ext cx="3609474" cy="28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グラフィックス 19">
              <a:extLst>
                <a:ext uri="{FF2B5EF4-FFF2-40B4-BE49-F238E27FC236}">
                  <a16:creationId xmlns:a16="http://schemas.microsoft.com/office/drawing/2014/main" id="{B57EBEC9-706D-C361-C8CE-4E4B9402F2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386469" y="1776166"/>
              <a:ext cx="3609474" cy="2880000"/>
            </a:xfrm>
            <a:prstGeom prst="rect">
              <a:avLst/>
            </a:prstGeom>
          </p:spPr>
        </p:pic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8DEE8B0-7A52-A7FC-8522-9F854B81792E}"/>
              </a:ext>
            </a:extLst>
          </p:cNvPr>
          <p:cNvGrpSpPr/>
          <p:nvPr/>
        </p:nvGrpSpPr>
        <p:grpSpPr>
          <a:xfrm>
            <a:off x="10386471" y="8442684"/>
            <a:ext cx="3609475" cy="2880000"/>
            <a:chOff x="10386469" y="1776166"/>
            <a:chExt cx="3609475" cy="288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C1156CC-4B8F-3865-4B73-D83DB87965A7}"/>
                </a:ext>
              </a:extLst>
            </p:cNvPr>
            <p:cNvSpPr/>
            <p:nvPr/>
          </p:nvSpPr>
          <p:spPr>
            <a:xfrm>
              <a:off x="10386470" y="1776166"/>
              <a:ext cx="3609474" cy="28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3" name="グラフィックス 22">
              <a:extLst>
                <a:ext uri="{FF2B5EF4-FFF2-40B4-BE49-F238E27FC236}">
                  <a16:creationId xmlns:a16="http://schemas.microsoft.com/office/drawing/2014/main" id="{71DC1713-D73B-E113-DD58-90907AAB5E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386469" y="1776166"/>
              <a:ext cx="3609474" cy="2880000"/>
            </a:xfrm>
            <a:prstGeom prst="rect">
              <a:avLst/>
            </a:prstGeom>
          </p:spPr>
        </p:pic>
      </p:grp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09CC906-BA82-72C4-D891-796001DACFA4}"/>
              </a:ext>
            </a:extLst>
          </p:cNvPr>
          <p:cNvCxnSpPr>
            <a:stCxn id="8" idx="3"/>
            <a:endCxn id="16" idx="1"/>
          </p:cNvCxnSpPr>
          <p:nvPr/>
        </p:nvCxnSpPr>
        <p:spPr>
          <a:xfrm>
            <a:off x="8946469" y="4122684"/>
            <a:ext cx="1440001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AD2EB8AC-4784-9D90-BCF9-60133A0653B9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13995945" y="7002684"/>
            <a:ext cx="1439998" cy="0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C88CBCE-6675-5475-D71E-68D8B7EE1947}"/>
              </a:ext>
            </a:extLst>
          </p:cNvPr>
          <p:cNvCxnSpPr>
            <a:cxnSpLocks/>
            <a:stCxn id="22" idx="1"/>
            <a:endCxn id="14" idx="3"/>
          </p:cNvCxnSpPr>
          <p:nvPr/>
        </p:nvCxnSpPr>
        <p:spPr>
          <a:xfrm flipH="1">
            <a:off x="8946469" y="9882684"/>
            <a:ext cx="1440003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3CD09AB-D9EF-3FA5-B552-8D9817131B88}"/>
              </a:ext>
            </a:extLst>
          </p:cNvPr>
          <p:cNvSpPr txBox="1"/>
          <p:nvPr/>
        </p:nvSpPr>
        <p:spPr>
          <a:xfrm>
            <a:off x="8946469" y="4196353"/>
            <a:ext cx="150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チャンネル</a:t>
            </a:r>
            <a:br>
              <a:rPr kumimoji="1" lang="en-US" altLang="ja-JP" dirty="0"/>
            </a:br>
            <a:r>
              <a:rPr kumimoji="1" lang="ja-JP" altLang="en-US" dirty="0"/>
              <a:t>接続要求</a:t>
            </a:r>
            <a:endParaRPr kumimoji="1"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8F61733-F82A-0731-7621-58EFD44A27D9}"/>
              </a:ext>
            </a:extLst>
          </p:cNvPr>
          <p:cNvSpPr txBox="1"/>
          <p:nvPr/>
        </p:nvSpPr>
        <p:spPr>
          <a:xfrm>
            <a:off x="13995946" y="7076352"/>
            <a:ext cx="1439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Webhook&amp;</a:t>
            </a:r>
            <a:r>
              <a:rPr kumimoji="1" lang="ja-JP" altLang="en-US" dirty="0"/>
              <a:t>接続許可</a:t>
            </a:r>
            <a:endParaRPr kumimoji="1" lang="en-US" altLang="ja-JP" dirty="0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F478E3D8-E414-4FFE-A61E-38DFF1E85554}"/>
              </a:ext>
            </a:extLst>
          </p:cNvPr>
          <p:cNvSpPr/>
          <p:nvPr/>
        </p:nvSpPr>
        <p:spPr>
          <a:xfrm>
            <a:off x="9036468" y="3402684"/>
            <a:ext cx="12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メタデータ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108F880-3683-41B3-E013-107EEE891491}"/>
              </a:ext>
            </a:extLst>
          </p:cNvPr>
          <p:cNvSpPr/>
          <p:nvPr/>
        </p:nvSpPr>
        <p:spPr>
          <a:xfrm>
            <a:off x="14085943" y="6282683"/>
            <a:ext cx="12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メタデータ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FF96862-A947-3827-88C4-50A3EDE6C242}"/>
              </a:ext>
            </a:extLst>
          </p:cNvPr>
          <p:cNvSpPr txBox="1"/>
          <p:nvPr/>
        </p:nvSpPr>
        <p:spPr>
          <a:xfrm>
            <a:off x="8946469" y="9956353"/>
            <a:ext cx="150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チャンネル</a:t>
            </a:r>
            <a:br>
              <a:rPr kumimoji="1" lang="en-US" altLang="ja-JP" dirty="0"/>
            </a:br>
            <a:r>
              <a:rPr kumimoji="1" lang="ja-JP" altLang="en-US" dirty="0"/>
              <a:t>接続許可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4750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F2BB-ADD7-21A9-D474-038F05CC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348615-5690-40EC-51B7-79BE027C80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視聴リクエストフロー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771AECE5-6297-9C82-00D3-DFEC98AF7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471" y="5341645"/>
            <a:ext cx="1440000" cy="144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9C231CC3-E2F4-5886-D2EF-EB512721E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5945" y="5341645"/>
            <a:ext cx="1440000" cy="144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B4B982B0-032A-D83C-D7D8-C3C03011BF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471" y="8221645"/>
            <a:ext cx="1440000" cy="144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65570FDC-AA51-8B29-EB14-BF54A27A1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5945" y="8221645"/>
            <a:ext cx="1440000" cy="1440000"/>
          </a:xfrm>
          <a:prstGeom prst="rect">
            <a:avLst/>
          </a:prstGeom>
        </p:spPr>
      </p:pic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8E94D68C-903E-3CB1-6C0A-4E7041EAB0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471" y="11101645"/>
            <a:ext cx="1440000" cy="1440000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9315A83C-6FB8-41F4-0876-653C6F2D9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5945" y="11101645"/>
            <a:ext cx="1440000" cy="1440000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2D54EA9-4AFE-C6A9-F308-BAA75C593A8A}"/>
              </a:ext>
            </a:extLst>
          </p:cNvPr>
          <p:cNvGrpSpPr/>
          <p:nvPr/>
        </p:nvGrpSpPr>
        <p:grpSpPr>
          <a:xfrm>
            <a:off x="10476472" y="7501645"/>
            <a:ext cx="3609475" cy="2880000"/>
            <a:chOff x="10386469" y="1776166"/>
            <a:chExt cx="3609475" cy="28800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02C74D3-B0BA-F555-B2CB-1553DD2091F4}"/>
                </a:ext>
              </a:extLst>
            </p:cNvPr>
            <p:cNvSpPr/>
            <p:nvPr/>
          </p:nvSpPr>
          <p:spPr>
            <a:xfrm>
              <a:off x="10386470" y="1776166"/>
              <a:ext cx="3609474" cy="28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グラフィックス 19">
              <a:extLst>
                <a:ext uri="{FF2B5EF4-FFF2-40B4-BE49-F238E27FC236}">
                  <a16:creationId xmlns:a16="http://schemas.microsoft.com/office/drawing/2014/main" id="{2478051D-5A09-2D44-272F-6381F84421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86469" y="1776166"/>
              <a:ext cx="3609474" cy="2880000"/>
            </a:xfrm>
            <a:prstGeom prst="rect">
              <a:avLst/>
            </a:prstGeom>
          </p:spPr>
        </p:pic>
      </p:grp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62B0AAC-6B9C-86FC-DA1F-AA656D1DF58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036471" y="6061645"/>
            <a:ext cx="6489474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29323CD-9BA0-AE77-1BB0-C31FAC89B64C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14085947" y="8941645"/>
            <a:ext cx="1439998" cy="0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597CCD-FDEB-8335-0D8C-758B30159CBB}"/>
              </a:ext>
            </a:extLst>
          </p:cNvPr>
          <p:cNvCxnSpPr>
            <a:cxnSpLocks/>
            <a:stCxn id="15" idx="1"/>
            <a:endCxn id="14" idx="3"/>
          </p:cNvCxnSpPr>
          <p:nvPr/>
        </p:nvCxnSpPr>
        <p:spPr>
          <a:xfrm flipH="1">
            <a:off x="9036471" y="11821645"/>
            <a:ext cx="6489474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A4A5877-35F0-C4BB-E582-E07EFCB7727C}"/>
              </a:ext>
            </a:extLst>
          </p:cNvPr>
          <p:cNvSpPr txBox="1"/>
          <p:nvPr/>
        </p:nvSpPr>
        <p:spPr>
          <a:xfrm>
            <a:off x="9036471" y="6135314"/>
            <a:ext cx="64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配信データに記載された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サーバに復号鍵取得要求</a:t>
            </a:r>
            <a:endParaRPr kumimoji="1"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68B65D0-0801-96F1-5328-86309D407469}"/>
              </a:ext>
            </a:extLst>
          </p:cNvPr>
          <p:cNvSpPr txBox="1"/>
          <p:nvPr/>
        </p:nvSpPr>
        <p:spPr>
          <a:xfrm>
            <a:off x="14085948" y="9015313"/>
            <a:ext cx="14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複合鍵取得</a:t>
            </a:r>
            <a:endParaRPr kumimoji="1"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5A972D8-FBD1-F5B8-A7ED-01C52255ACB2}"/>
              </a:ext>
            </a:extLst>
          </p:cNvPr>
          <p:cNvSpPr txBox="1"/>
          <p:nvPr/>
        </p:nvSpPr>
        <p:spPr>
          <a:xfrm>
            <a:off x="9036470" y="11895314"/>
            <a:ext cx="6489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/>
              <a:t>API</a:t>
            </a:r>
            <a:r>
              <a:rPr kumimoji="1" lang="ja-JP" altLang="en-US" dirty="0"/>
              <a:t>サーバから視聴者に復号鍵を返却、視聴開始</a:t>
            </a:r>
            <a:endParaRPr kumimoji="1" lang="en-US" altLang="ja-JP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9BDCB74-6308-229E-A702-94E1B7B53709}"/>
              </a:ext>
            </a:extLst>
          </p:cNvPr>
          <p:cNvGrpSpPr/>
          <p:nvPr/>
        </p:nvGrpSpPr>
        <p:grpSpPr>
          <a:xfrm>
            <a:off x="10476467" y="1815314"/>
            <a:ext cx="3609475" cy="2880000"/>
            <a:chOff x="10386469" y="1776166"/>
            <a:chExt cx="3609475" cy="288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6E04AF7-B6A7-6613-0F24-C8E069AA6FE1}"/>
                </a:ext>
              </a:extLst>
            </p:cNvPr>
            <p:cNvSpPr/>
            <p:nvPr/>
          </p:nvSpPr>
          <p:spPr>
            <a:xfrm>
              <a:off x="10386470" y="1776166"/>
              <a:ext cx="3609474" cy="28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41424388-3C7C-1196-B860-83ECB46F21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86469" y="1776166"/>
              <a:ext cx="3609474" cy="2880000"/>
            </a:xfrm>
            <a:prstGeom prst="rect">
              <a:avLst/>
            </a:prstGeom>
          </p:spPr>
        </p:pic>
      </p:grp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622CD919-DA66-AE23-DFC5-DB14F71EC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467" y="2535314"/>
            <a:ext cx="1440000" cy="144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95DCEE0E-6C35-8BE3-C044-004DF4C48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5941" y="2535314"/>
            <a:ext cx="1440000" cy="1440000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7C30B3A-7BFA-972F-389F-60CA8391B8D5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9036467" y="3255314"/>
            <a:ext cx="1440001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A05D935-250E-28DE-F0F4-F9179CCD124F}"/>
              </a:ext>
            </a:extLst>
          </p:cNvPr>
          <p:cNvSpPr txBox="1"/>
          <p:nvPr/>
        </p:nvSpPr>
        <p:spPr>
          <a:xfrm>
            <a:off x="9036467" y="3328983"/>
            <a:ext cx="150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配信データ</a:t>
            </a:r>
            <a:r>
              <a:rPr kumimoji="1" lang="en-US" altLang="ja-JP" dirty="0"/>
              <a:t>(.m3u8)</a:t>
            </a:r>
          </a:p>
        </p:txBody>
      </p:sp>
      <p:pic>
        <p:nvPicPr>
          <p:cNvPr id="41" name="グラフィックス 40" descr="古い鍵 単色塗りつぶし">
            <a:extLst>
              <a:ext uri="{FF2B5EF4-FFF2-40B4-BE49-F238E27FC236}">
                <a16:creationId xmlns:a16="http://schemas.microsoft.com/office/drawing/2014/main" id="{298D84FD-F56C-82D7-4442-5AF8AECBF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5945" y="9301645"/>
            <a:ext cx="360000" cy="36000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5E69AC9F-2004-4C96-688E-904A329A1735}"/>
              </a:ext>
            </a:extLst>
          </p:cNvPr>
          <p:cNvSpPr/>
          <p:nvPr/>
        </p:nvSpPr>
        <p:spPr>
          <a:xfrm>
            <a:off x="9126467" y="2535314"/>
            <a:ext cx="12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鍵の識別子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A0881455-CA9F-81C8-2E45-9D81863CF434}"/>
              </a:ext>
            </a:extLst>
          </p:cNvPr>
          <p:cNvSpPr/>
          <p:nvPr/>
        </p:nvSpPr>
        <p:spPr>
          <a:xfrm>
            <a:off x="11561206" y="5341645"/>
            <a:ext cx="12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鍵の識別子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4377C92-7642-FBCA-613F-15A4921ED5CA}"/>
              </a:ext>
            </a:extLst>
          </p:cNvPr>
          <p:cNvSpPr/>
          <p:nvPr/>
        </p:nvSpPr>
        <p:spPr>
          <a:xfrm>
            <a:off x="14175945" y="8221644"/>
            <a:ext cx="12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鍵の識別子</a:t>
            </a:r>
          </a:p>
        </p:txBody>
      </p:sp>
      <p:pic>
        <p:nvPicPr>
          <p:cNvPr id="52" name="グラフィックス 51" descr="古い鍵 単色塗りつぶし">
            <a:extLst>
              <a:ext uri="{FF2B5EF4-FFF2-40B4-BE49-F238E27FC236}">
                <a16:creationId xmlns:a16="http://schemas.microsoft.com/office/drawing/2014/main" id="{15B14761-D90A-4F5F-DB88-492F841FD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02029" y="1110164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05939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157</TotalTime>
  <Words>87</Words>
  <Application>Microsoft Office PowerPoint</Application>
  <PresentationFormat>ユーザー設定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4</vt:i4>
      </vt:variant>
    </vt:vector>
  </HeadingPairs>
  <TitlesOfParts>
    <vt:vector size="18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4</cp:revision>
  <dcterms:created xsi:type="dcterms:W3CDTF">2026-07-08T10:02:17Z</dcterms:created>
  <dcterms:modified xsi:type="dcterms:W3CDTF">2026-07-09T13:31:09Z</dcterms:modified>
</cp:coreProperties>
</file>