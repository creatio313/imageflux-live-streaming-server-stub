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5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6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7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8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794" r:id="rId3"/>
    <p:sldMasterId id="2147483809" r:id="rId4"/>
    <p:sldMasterId id="2147483799" r:id="rId5"/>
    <p:sldMasterId id="2147483789" r:id="rId6"/>
    <p:sldMasterId id="2147483804" r:id="rId7"/>
    <p:sldMasterId id="2147483814" r:id="rId8"/>
    <p:sldMasterId id="2147483819" r:id="rId9"/>
  </p:sldMasterIdLst>
  <p:notesMasterIdLst>
    <p:notesMasterId r:id="rId14"/>
  </p:notesMasterIdLst>
  <p:sldIdLst>
    <p:sldId id="259" r:id="rId10"/>
    <p:sldId id="256" r:id="rId11"/>
    <p:sldId id="257" r:id="rId12"/>
    <p:sldId id="258" r:id="rId13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898"/>
  </p:normalViewPr>
  <p:slideViewPr>
    <p:cSldViewPr snapToGrid="0" snapToObjects="1">
      <p:cViewPr varScale="1">
        <p:scale>
          <a:sx n="32" d="100"/>
          <a:sy n="32" d="100"/>
        </p:scale>
        <p:origin x="748" y="2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4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063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7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915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00287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283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6FB01B1-C9FB-3240-B136-6480DF20B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771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6680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50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3680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9839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2912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07829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494A42D-0EBE-5D42-9BC8-1C78FE3226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233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5153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CFB8C-9EB6-4CD0-B1F5-ECFA40EC1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7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2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475DD1E-4927-4D1F-96D6-19BC4A0AFD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105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742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839143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797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F7519840-3B5C-E044-AF33-EF289A7B3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4560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6506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382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36559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4643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526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5394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6025182-1AC7-8249-BE58-2750DF0971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7213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0067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7940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82006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7317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059775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3531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BD79711-1558-384F-B0C8-6BABB1BF7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49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0941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7799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499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4372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45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26474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AE9E5235-D215-1549-9B73-B1A73D590B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905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02979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theme" Target="../theme/theme7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theme" Target="../theme/theme8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5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2026/7/9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3271F-4236-4004-831C-943FB7EEC1EF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359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832" r:id="rId4"/>
    <p:sldLayoutId id="2147483833" r:id="rId5"/>
    <p:sldLayoutId id="2147483798" r:id="rId6"/>
    <p:sldLayoutId id="2147483834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E2BDBD-C589-4937-88D2-C327492B341C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480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35" r:id="rId4"/>
    <p:sldLayoutId id="2147483836" r:id="rId5"/>
    <p:sldLayoutId id="2147483813" r:id="rId6"/>
    <p:sldLayoutId id="2147483837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83A1C-CA87-4F11-9E55-220CA34D03C2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tx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tx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203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38" r:id="rId4"/>
    <p:sldLayoutId id="2147483839" r:id="rId5"/>
    <p:sldLayoutId id="2147483803" r:id="rId6"/>
    <p:sldLayoutId id="2147483840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2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2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694C6D-8806-40BD-AE71-C213416B3E48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1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841" r:id="rId4"/>
    <p:sldLayoutId id="2147483842" r:id="rId5"/>
    <p:sldLayoutId id="2147483793" r:id="rId6"/>
    <p:sldLayoutId id="2147483843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C883A8-86B2-403F-9271-09476D39CAE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7856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44" r:id="rId4"/>
    <p:sldLayoutId id="2147483845" r:id="rId5"/>
    <p:sldLayoutId id="2147483808" r:id="rId6"/>
    <p:sldLayoutId id="2147483846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6D8F91-A323-4FB6-9459-1F6488A37B4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7132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47" r:id="rId4"/>
    <p:sldLayoutId id="2147483848" r:id="rId5"/>
    <p:sldLayoutId id="2147483818" r:id="rId6"/>
    <p:sldLayoutId id="2147483849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83DD923-FC7C-80C6-86D8-61B5E5FA85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55000" lnSpcReduction="20000"/>
          </a:bodyPr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</a:p>
          <a:p>
            <a:r>
              <a:rPr lang="ja-JP" altLang="en-US" dirty="0"/>
              <a:t>認証・認可スタブ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10243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ACC5DE9-2869-57FC-27F2-E899B30379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 dirty="0"/>
              <a:t>実現イメージ</a:t>
            </a:r>
            <a:endParaRPr kumimoji="1" lang="ja-JP" altLang="en-US" dirty="0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36CE7DF8-6E23-658F-F2BB-9B6378227C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5024" y="2614017"/>
            <a:ext cx="1428750" cy="1428750"/>
          </a:xfrm>
          <a:prstGeom prst="rect">
            <a:avLst/>
          </a:prstGeom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647695AB-AAF7-3F82-E9FB-6B827AC690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12524" y="2614017"/>
            <a:ext cx="1428750" cy="142875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ACE77B7B-3213-48CF-7411-304F80828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6800" y="1888392"/>
            <a:ext cx="3609474" cy="288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5AA06882-22AD-5489-8449-E78BB7E148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55024" y="5471517"/>
            <a:ext cx="1428750" cy="142875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FA629A4E-F1CC-B04E-50C8-8E9644DAB0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524" y="5471517"/>
            <a:ext cx="1428750" cy="1428750"/>
          </a:xfrm>
          <a:prstGeom prst="rect">
            <a:avLst/>
          </a:prstGeom>
        </p:spPr>
      </p:pic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00EBCFC8-9552-13D7-B4A3-6E0719AF34CF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7683774" y="3328392"/>
            <a:ext cx="142875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E9925EB-3BDF-DC3F-1099-6F2D6E05E72E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6969399" y="4042767"/>
            <a:ext cx="0" cy="142875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562E295A-D588-A6EB-9C1D-ADA10FB1FE8F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7683774" y="3328392"/>
            <a:ext cx="1428750" cy="2857500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矢印: 右 27">
            <a:extLst>
              <a:ext uri="{FF2B5EF4-FFF2-40B4-BE49-F238E27FC236}">
                <a16:creationId xmlns:a16="http://schemas.microsoft.com/office/drawing/2014/main" id="{ADD1CE18-7813-D8B4-05E4-0AEB3CF9C9EC}"/>
              </a:ext>
            </a:extLst>
          </p:cNvPr>
          <p:cNvSpPr/>
          <p:nvPr/>
        </p:nvSpPr>
        <p:spPr>
          <a:xfrm>
            <a:off x="5357836" y="3148392"/>
            <a:ext cx="360000" cy="3600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16EF28C-4C53-9787-3105-D2ED99D14E0A}"/>
              </a:ext>
            </a:extLst>
          </p:cNvPr>
          <p:cNvSpPr txBox="1"/>
          <p:nvPr/>
        </p:nvSpPr>
        <p:spPr>
          <a:xfrm>
            <a:off x="5889399" y="224468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6BCDBF8-FC3A-D688-8C2C-96016839A1F4}"/>
              </a:ext>
            </a:extLst>
          </p:cNvPr>
          <p:cNvSpPr txBox="1"/>
          <p:nvPr/>
        </p:nvSpPr>
        <p:spPr>
          <a:xfrm>
            <a:off x="8746899" y="1690687"/>
            <a:ext cx="216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  <a:br>
              <a:rPr kumimoji="1" lang="en-US" altLang="ja-JP" dirty="0"/>
            </a:br>
            <a:r>
              <a:rPr kumimoji="1" lang="ja-JP" altLang="en-US" dirty="0"/>
              <a:t>（ログ）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AC473C6-6C2B-C2B3-0BE0-C72591A6EF9B}"/>
              </a:ext>
            </a:extLst>
          </p:cNvPr>
          <p:cNvSpPr txBox="1"/>
          <p:nvPr/>
        </p:nvSpPr>
        <p:spPr>
          <a:xfrm>
            <a:off x="8746898" y="4548187"/>
            <a:ext cx="216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  <a:br>
              <a:rPr kumimoji="1" lang="en-US" altLang="ja-JP" dirty="0"/>
            </a:br>
            <a:r>
              <a:rPr kumimoji="1" lang="ja-JP" altLang="en-US" dirty="0"/>
              <a:t>（メトリクス）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6A3B061-E141-25CF-E5C6-5E0A0637B18B}"/>
              </a:ext>
            </a:extLst>
          </p:cNvPr>
          <p:cNvSpPr txBox="1"/>
          <p:nvPr/>
        </p:nvSpPr>
        <p:spPr>
          <a:xfrm>
            <a:off x="5889399" y="6900267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</p:spTree>
    <p:extLst>
      <p:ext uri="{BB962C8B-B14F-4D97-AF65-F5344CB8AC3E}">
        <p14:creationId xmlns:p14="http://schemas.microsoft.com/office/powerpoint/2010/main" val="703209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28B622-AFD9-50C0-C8A5-0A8571023C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ja-JP" altLang="en-US" dirty="0"/>
              <a:t>配信リクエストフロー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36FAAE5-0C13-6015-C8EF-CAB0F397C8BF}"/>
              </a:ext>
            </a:extLst>
          </p:cNvPr>
          <p:cNvGrpSpPr/>
          <p:nvPr/>
        </p:nvGrpSpPr>
        <p:grpSpPr>
          <a:xfrm>
            <a:off x="10386469" y="2682684"/>
            <a:ext cx="3609475" cy="2880000"/>
            <a:chOff x="10386469" y="1776166"/>
            <a:chExt cx="3609475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22CC046-9F81-8664-7C9A-E3FE23EB20AE}"/>
                </a:ext>
              </a:extLst>
            </p:cNvPr>
            <p:cNvSpPr/>
            <p:nvPr/>
          </p:nvSpPr>
          <p:spPr>
            <a:xfrm>
              <a:off x="10386470" y="1776166"/>
              <a:ext cx="3609474" cy="28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" name="グラフィックス 3">
              <a:extLst>
                <a:ext uri="{FF2B5EF4-FFF2-40B4-BE49-F238E27FC236}">
                  <a16:creationId xmlns:a16="http://schemas.microsoft.com/office/drawing/2014/main" id="{574E4B25-16AB-3611-A232-1DA6431C30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386469" y="1776166"/>
              <a:ext cx="3609474" cy="2880000"/>
            </a:xfrm>
            <a:prstGeom prst="rect">
              <a:avLst/>
            </a:prstGeom>
          </p:spPr>
        </p:pic>
      </p:grp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A1FDB846-D57D-A742-9F0C-0280B7509B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6469" y="3402684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44C03F55-138C-5782-768B-23DC89513A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35943" y="3402684"/>
            <a:ext cx="1440000" cy="1440000"/>
          </a:xfrm>
          <a:prstGeom prst="rect">
            <a:avLst/>
          </a:prstGeom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E24582A2-DC4C-0259-9FCB-1E56557065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6469" y="6282684"/>
            <a:ext cx="1440000" cy="1440000"/>
          </a:xfrm>
          <a:prstGeom prst="rect">
            <a:avLst/>
          </a:prstGeom>
        </p:spPr>
      </p:pic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8C776063-3DDA-936D-1ED7-11F4BF8F3F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35943" y="6282684"/>
            <a:ext cx="1440000" cy="1440000"/>
          </a:xfrm>
          <a:prstGeom prst="rect">
            <a:avLst/>
          </a:prstGeom>
        </p:spPr>
      </p:pic>
      <p:pic>
        <p:nvPicPr>
          <p:cNvPr id="14" name="グラフィックス 13">
            <a:extLst>
              <a:ext uri="{FF2B5EF4-FFF2-40B4-BE49-F238E27FC236}">
                <a16:creationId xmlns:a16="http://schemas.microsoft.com/office/drawing/2014/main" id="{13D8519D-B419-72EE-E435-9543B16C34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6469" y="9162684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C49D2765-BB5A-AB65-BC2F-41DECAFED9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35943" y="9162684"/>
            <a:ext cx="1440000" cy="1440000"/>
          </a:xfrm>
          <a:prstGeom prst="rect">
            <a:avLst/>
          </a:prstGeom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136F504-64AB-CFA3-B54A-F655E88F659A}"/>
              </a:ext>
            </a:extLst>
          </p:cNvPr>
          <p:cNvGrpSpPr/>
          <p:nvPr/>
        </p:nvGrpSpPr>
        <p:grpSpPr>
          <a:xfrm>
            <a:off x="10386470" y="5562684"/>
            <a:ext cx="3609475" cy="2880000"/>
            <a:chOff x="10386469" y="1776166"/>
            <a:chExt cx="3609475" cy="28800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608ED4F5-8051-ED74-435D-E3C89DB93A86}"/>
                </a:ext>
              </a:extLst>
            </p:cNvPr>
            <p:cNvSpPr/>
            <p:nvPr/>
          </p:nvSpPr>
          <p:spPr>
            <a:xfrm>
              <a:off x="10386470" y="1776166"/>
              <a:ext cx="3609474" cy="28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0" name="グラフィックス 19">
              <a:extLst>
                <a:ext uri="{FF2B5EF4-FFF2-40B4-BE49-F238E27FC236}">
                  <a16:creationId xmlns:a16="http://schemas.microsoft.com/office/drawing/2014/main" id="{B57EBEC9-706D-C361-C8CE-4E4B9402F2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386469" y="1776166"/>
              <a:ext cx="3609474" cy="2880000"/>
            </a:xfrm>
            <a:prstGeom prst="rect">
              <a:avLst/>
            </a:prstGeom>
          </p:spPr>
        </p:pic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DEE8B0-7A52-A7FC-8522-9F854B81792E}"/>
              </a:ext>
            </a:extLst>
          </p:cNvPr>
          <p:cNvGrpSpPr/>
          <p:nvPr/>
        </p:nvGrpSpPr>
        <p:grpSpPr>
          <a:xfrm>
            <a:off x="10386471" y="8442684"/>
            <a:ext cx="3609475" cy="2880000"/>
            <a:chOff x="10386469" y="1776166"/>
            <a:chExt cx="3609475" cy="2880000"/>
          </a:xfrm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AC1156CC-4B8F-3865-4B73-D83DB87965A7}"/>
                </a:ext>
              </a:extLst>
            </p:cNvPr>
            <p:cNvSpPr/>
            <p:nvPr/>
          </p:nvSpPr>
          <p:spPr>
            <a:xfrm>
              <a:off x="10386470" y="1776166"/>
              <a:ext cx="3609474" cy="28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3" name="グラフィックス 22">
              <a:extLst>
                <a:ext uri="{FF2B5EF4-FFF2-40B4-BE49-F238E27FC236}">
                  <a16:creationId xmlns:a16="http://schemas.microsoft.com/office/drawing/2014/main" id="{71DC1713-D73B-E113-DD58-90907AAB5E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386469" y="1776166"/>
              <a:ext cx="3609474" cy="2880000"/>
            </a:xfrm>
            <a:prstGeom prst="rect">
              <a:avLst/>
            </a:prstGeom>
          </p:spPr>
        </p:pic>
      </p:grp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09CC906-BA82-72C4-D891-796001DACFA4}"/>
              </a:ext>
            </a:extLst>
          </p:cNvPr>
          <p:cNvCxnSpPr>
            <a:stCxn id="8" idx="3"/>
            <a:endCxn id="16" idx="1"/>
          </p:cNvCxnSpPr>
          <p:nvPr/>
        </p:nvCxnSpPr>
        <p:spPr>
          <a:xfrm>
            <a:off x="8946469" y="4122684"/>
            <a:ext cx="1440001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D2EB8AC-4784-9D90-BCF9-60133A0653B9}"/>
              </a:ext>
            </a:extLst>
          </p:cNvPr>
          <p:cNvCxnSpPr>
            <a:cxnSpLocks/>
            <a:stCxn id="19" idx="3"/>
            <a:endCxn id="12" idx="1"/>
          </p:cNvCxnSpPr>
          <p:nvPr/>
        </p:nvCxnSpPr>
        <p:spPr>
          <a:xfrm>
            <a:off x="13995945" y="7002684"/>
            <a:ext cx="143999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C88CBCE-6675-5475-D71E-68D8B7EE1947}"/>
              </a:ext>
            </a:extLst>
          </p:cNvPr>
          <p:cNvCxnSpPr>
            <a:cxnSpLocks/>
            <a:stCxn id="22" idx="1"/>
            <a:endCxn id="14" idx="3"/>
          </p:cNvCxnSpPr>
          <p:nvPr/>
        </p:nvCxnSpPr>
        <p:spPr>
          <a:xfrm flipH="1">
            <a:off x="8946469" y="9882684"/>
            <a:ext cx="1440003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3CD09AB-D9EF-3FA5-B552-8D9817131B88}"/>
              </a:ext>
            </a:extLst>
          </p:cNvPr>
          <p:cNvSpPr txBox="1"/>
          <p:nvPr/>
        </p:nvSpPr>
        <p:spPr>
          <a:xfrm>
            <a:off x="8946469" y="4196353"/>
            <a:ext cx="150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チャンネル</a:t>
            </a:r>
            <a:br>
              <a:rPr kumimoji="1" lang="en-US" altLang="ja-JP" dirty="0"/>
            </a:br>
            <a:r>
              <a:rPr kumimoji="1" lang="ja-JP" altLang="en-US" dirty="0"/>
              <a:t>接続要求</a:t>
            </a:r>
            <a:endParaRPr kumimoji="1" lang="en-US" altLang="ja-JP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8F61733-F82A-0731-7621-58EFD44A27D9}"/>
              </a:ext>
            </a:extLst>
          </p:cNvPr>
          <p:cNvSpPr txBox="1"/>
          <p:nvPr/>
        </p:nvSpPr>
        <p:spPr>
          <a:xfrm>
            <a:off x="13995946" y="7076352"/>
            <a:ext cx="1439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Webhook&amp;</a:t>
            </a:r>
            <a:r>
              <a:rPr kumimoji="1" lang="ja-JP" altLang="en-US" dirty="0"/>
              <a:t>接続許可</a:t>
            </a:r>
            <a:endParaRPr kumimoji="1" lang="en-US" altLang="ja-JP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478E3D8-E414-4FFE-A61E-38DFF1E85554}"/>
              </a:ext>
            </a:extLst>
          </p:cNvPr>
          <p:cNvSpPr/>
          <p:nvPr/>
        </p:nvSpPr>
        <p:spPr>
          <a:xfrm>
            <a:off x="9036468" y="3402684"/>
            <a:ext cx="1260000" cy="36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/>
              <a:t>メタデータ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0108F880-3683-41B3-E013-107EEE891491}"/>
              </a:ext>
            </a:extLst>
          </p:cNvPr>
          <p:cNvSpPr/>
          <p:nvPr/>
        </p:nvSpPr>
        <p:spPr>
          <a:xfrm>
            <a:off x="14085943" y="6282683"/>
            <a:ext cx="1260000" cy="36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/>
              <a:t>メタデータ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FF96862-A947-3827-88C4-50A3EDE6C242}"/>
              </a:ext>
            </a:extLst>
          </p:cNvPr>
          <p:cNvSpPr txBox="1"/>
          <p:nvPr/>
        </p:nvSpPr>
        <p:spPr>
          <a:xfrm>
            <a:off x="8946469" y="9956353"/>
            <a:ext cx="150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チャンネル</a:t>
            </a:r>
            <a:br>
              <a:rPr kumimoji="1" lang="en-US" altLang="ja-JP" dirty="0"/>
            </a:br>
            <a:r>
              <a:rPr kumimoji="1" lang="ja-JP" altLang="en-US" dirty="0"/>
              <a:t>接続許可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47505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7F2BB-ADD7-21A9-D474-038F05CCA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1348615-5690-40EC-51B7-79BE027C80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ja-JP" altLang="en-US" dirty="0"/>
              <a:t>視聴リクエストフロー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771AECE5-6297-9C82-00D3-DFEC98AF75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6471" y="5341645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9C231CC3-E2F4-5886-D2EF-EB512721E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25945" y="5341645"/>
            <a:ext cx="1440000" cy="1440000"/>
          </a:xfrm>
          <a:prstGeom prst="rect">
            <a:avLst/>
          </a:prstGeom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4B982B0-032A-D83C-D7D8-C3C03011BF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6471" y="8221645"/>
            <a:ext cx="1440000" cy="1440000"/>
          </a:xfrm>
          <a:prstGeom prst="rect">
            <a:avLst/>
          </a:prstGeom>
        </p:spPr>
      </p:pic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65570FDC-AA51-8B29-EB14-BF54A27A18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25945" y="8221645"/>
            <a:ext cx="1440000" cy="1440000"/>
          </a:xfrm>
          <a:prstGeom prst="rect">
            <a:avLst/>
          </a:prstGeom>
        </p:spPr>
      </p:pic>
      <p:pic>
        <p:nvPicPr>
          <p:cNvPr id="14" name="グラフィックス 13">
            <a:extLst>
              <a:ext uri="{FF2B5EF4-FFF2-40B4-BE49-F238E27FC236}">
                <a16:creationId xmlns:a16="http://schemas.microsoft.com/office/drawing/2014/main" id="{8E94D68C-903E-3CB1-6C0A-4E7041EAB0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6471" y="11101645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9315A83C-6FB8-41F4-0876-653C6F2D9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25945" y="11101645"/>
            <a:ext cx="1440000" cy="1440000"/>
          </a:xfrm>
          <a:prstGeom prst="rect">
            <a:avLst/>
          </a:prstGeom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2D54EA9-4AFE-C6A9-F308-BAA75C593A8A}"/>
              </a:ext>
            </a:extLst>
          </p:cNvPr>
          <p:cNvGrpSpPr/>
          <p:nvPr/>
        </p:nvGrpSpPr>
        <p:grpSpPr>
          <a:xfrm>
            <a:off x="10476472" y="7501645"/>
            <a:ext cx="3609475" cy="2880000"/>
            <a:chOff x="10386469" y="1776166"/>
            <a:chExt cx="3609475" cy="28800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02C74D3-B0BA-F555-B2CB-1553DD2091F4}"/>
                </a:ext>
              </a:extLst>
            </p:cNvPr>
            <p:cNvSpPr/>
            <p:nvPr/>
          </p:nvSpPr>
          <p:spPr>
            <a:xfrm>
              <a:off x="10386470" y="1776166"/>
              <a:ext cx="3609474" cy="28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0" name="グラフィックス 19">
              <a:extLst>
                <a:ext uri="{FF2B5EF4-FFF2-40B4-BE49-F238E27FC236}">
                  <a16:creationId xmlns:a16="http://schemas.microsoft.com/office/drawing/2014/main" id="{2478051D-5A09-2D44-272F-6381F8442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386469" y="1776166"/>
              <a:ext cx="3609474" cy="2880000"/>
            </a:xfrm>
            <a:prstGeom prst="rect">
              <a:avLst/>
            </a:prstGeom>
          </p:spPr>
        </p:pic>
      </p:grp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362B0AAC-6B9C-86FC-DA1F-AA656D1DF588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9036471" y="6061645"/>
            <a:ext cx="6489474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29323CD-9BA0-AE77-1BB0-C31FAC89B64C}"/>
              </a:ext>
            </a:extLst>
          </p:cNvPr>
          <p:cNvCxnSpPr>
            <a:cxnSpLocks/>
            <a:stCxn id="19" idx="3"/>
            <a:endCxn id="12" idx="1"/>
          </p:cNvCxnSpPr>
          <p:nvPr/>
        </p:nvCxnSpPr>
        <p:spPr>
          <a:xfrm>
            <a:off x="14085947" y="8941645"/>
            <a:ext cx="143999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7597CCD-FDEB-8335-0D8C-758B30159CBB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flipH="1">
            <a:off x="9036471" y="11821645"/>
            <a:ext cx="6489474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A4A5877-35F0-C4BB-E582-E07EFCB7727C}"/>
              </a:ext>
            </a:extLst>
          </p:cNvPr>
          <p:cNvSpPr txBox="1"/>
          <p:nvPr/>
        </p:nvSpPr>
        <p:spPr>
          <a:xfrm>
            <a:off x="9036471" y="6135314"/>
            <a:ext cx="648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配信データに記載された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サーバに復号鍵取得要求</a:t>
            </a:r>
            <a:endParaRPr kumimoji="1" lang="en-US" altLang="ja-JP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68B65D0-0801-96F1-5328-86309D407469}"/>
              </a:ext>
            </a:extLst>
          </p:cNvPr>
          <p:cNvSpPr txBox="1"/>
          <p:nvPr/>
        </p:nvSpPr>
        <p:spPr>
          <a:xfrm>
            <a:off x="14085948" y="9015313"/>
            <a:ext cx="143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複合鍵取得</a:t>
            </a:r>
            <a:endParaRPr kumimoji="1" lang="en-US" altLang="ja-JP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5A972D8-FBD1-F5B8-A7ED-01C52255ACB2}"/>
              </a:ext>
            </a:extLst>
          </p:cNvPr>
          <p:cNvSpPr txBox="1"/>
          <p:nvPr/>
        </p:nvSpPr>
        <p:spPr>
          <a:xfrm>
            <a:off x="9036470" y="11895314"/>
            <a:ext cx="6489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API</a:t>
            </a:r>
            <a:r>
              <a:rPr kumimoji="1" lang="ja-JP" altLang="en-US" dirty="0"/>
              <a:t>サーバから視聴者に復号鍵を返却、視聴開始</a:t>
            </a:r>
            <a:endParaRPr kumimoji="1" lang="en-US" altLang="ja-JP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9BDCB74-6308-229E-A702-94E1B7B53709}"/>
              </a:ext>
            </a:extLst>
          </p:cNvPr>
          <p:cNvGrpSpPr/>
          <p:nvPr/>
        </p:nvGrpSpPr>
        <p:grpSpPr>
          <a:xfrm>
            <a:off x="10476467" y="1815314"/>
            <a:ext cx="3609475" cy="2880000"/>
            <a:chOff x="10386469" y="1776166"/>
            <a:chExt cx="3609475" cy="2880000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6E04AF7-B6A7-6613-0F24-C8E069AA6FE1}"/>
                </a:ext>
              </a:extLst>
            </p:cNvPr>
            <p:cNvSpPr/>
            <p:nvPr/>
          </p:nvSpPr>
          <p:spPr>
            <a:xfrm>
              <a:off x="10386470" y="1776166"/>
              <a:ext cx="3609474" cy="28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41424388-3C7C-1196-B860-83ECB46F21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386469" y="1776166"/>
              <a:ext cx="3609474" cy="2880000"/>
            </a:xfrm>
            <a:prstGeom prst="rect">
              <a:avLst/>
            </a:prstGeom>
          </p:spPr>
        </p:pic>
      </p:grp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622CD919-DA66-AE23-DFC5-DB14F71ECC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6467" y="2535314"/>
            <a:ext cx="1440000" cy="1440000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95DCEE0E-6C35-8BE3-C044-004DF4C48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25941" y="2535314"/>
            <a:ext cx="1440000" cy="1440000"/>
          </a:xfrm>
          <a:prstGeom prst="rect">
            <a:avLst/>
          </a:prstGeom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7C30B3A-7BFA-972F-389F-60CA8391B8D5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9036467" y="3255314"/>
            <a:ext cx="1440001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A05D935-250E-28DE-F0F4-F9179CCD124F}"/>
              </a:ext>
            </a:extLst>
          </p:cNvPr>
          <p:cNvSpPr txBox="1"/>
          <p:nvPr/>
        </p:nvSpPr>
        <p:spPr>
          <a:xfrm>
            <a:off x="9036467" y="3328983"/>
            <a:ext cx="150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配信データ</a:t>
            </a:r>
            <a:r>
              <a:rPr kumimoji="1" lang="en-US" altLang="ja-JP" dirty="0"/>
              <a:t>(.m3u8)</a:t>
            </a:r>
          </a:p>
        </p:txBody>
      </p:sp>
      <p:pic>
        <p:nvPicPr>
          <p:cNvPr id="41" name="グラフィックス 40" descr="古い鍵 単色塗りつぶし">
            <a:extLst>
              <a:ext uri="{FF2B5EF4-FFF2-40B4-BE49-F238E27FC236}">
                <a16:creationId xmlns:a16="http://schemas.microsoft.com/office/drawing/2014/main" id="{298D84FD-F56C-82D7-4442-5AF8AECBF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25945" y="9301645"/>
            <a:ext cx="360000" cy="36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5E69AC9F-2004-4C96-688E-904A329A1735}"/>
              </a:ext>
            </a:extLst>
          </p:cNvPr>
          <p:cNvSpPr/>
          <p:nvPr/>
        </p:nvSpPr>
        <p:spPr>
          <a:xfrm>
            <a:off x="9126467" y="2535314"/>
            <a:ext cx="1260000" cy="36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/>
              <a:t>鍵の識別子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A0881455-CA9F-81C8-2E45-9D81863CF434}"/>
              </a:ext>
            </a:extLst>
          </p:cNvPr>
          <p:cNvSpPr/>
          <p:nvPr/>
        </p:nvSpPr>
        <p:spPr>
          <a:xfrm>
            <a:off x="11561206" y="5341645"/>
            <a:ext cx="1260000" cy="36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/>
              <a:t>鍵の識別子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84377C92-7642-FBCA-613F-15A4921ED5CA}"/>
              </a:ext>
            </a:extLst>
          </p:cNvPr>
          <p:cNvSpPr/>
          <p:nvPr/>
        </p:nvSpPr>
        <p:spPr>
          <a:xfrm>
            <a:off x="14175945" y="8221644"/>
            <a:ext cx="1260000" cy="36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/>
              <a:t>鍵の識別子</a:t>
            </a:r>
          </a:p>
        </p:txBody>
      </p:sp>
      <p:pic>
        <p:nvPicPr>
          <p:cNvPr id="52" name="グラフィックス 51" descr="古い鍵 単色塗りつぶし">
            <a:extLst>
              <a:ext uri="{FF2B5EF4-FFF2-40B4-BE49-F238E27FC236}">
                <a16:creationId xmlns:a16="http://schemas.microsoft.com/office/drawing/2014/main" id="{15B14761-D90A-4F5F-DB88-492F841FDB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02029" y="11101645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505939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Orang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D3E25F5-3C21-431F-8027-130F3AAC90F3}"/>
    </a:ext>
  </a:extLst>
</a:theme>
</file>

<file path=ppt/theme/theme4.xml><?xml version="1.0" encoding="utf-8"?>
<a:theme xmlns:a="http://schemas.openxmlformats.org/drawingml/2006/main" name="セクショニング(SAKURA Blue Light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8295E8FA-2BD7-470E-B45F-4809C34CABB5}"/>
    </a:ext>
  </a:extLst>
</a:theme>
</file>

<file path=ppt/theme/theme5.xml><?xml version="1.0" encoding="utf-8"?>
<a:theme xmlns:a="http://schemas.openxmlformats.org/drawingml/2006/main" name="セクショニング(SAKURA Yellow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FD6CF57-3C64-4BE2-8D17-94EAFBD1A005}"/>
    </a:ext>
  </a:extLst>
</a:theme>
</file>

<file path=ppt/theme/theme6.xml><?xml version="1.0" encoding="utf-8"?>
<a:theme xmlns:a="http://schemas.openxmlformats.org/drawingml/2006/main" name="セクショニング(SAKURA Dark Blu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A49226F-B767-47F5-AD40-CA3A982FDD7D}"/>
    </a:ext>
  </a:extLst>
</a:theme>
</file>

<file path=ppt/theme/theme7.xml><?xml version="1.0" encoding="utf-8"?>
<a:theme xmlns:a="http://schemas.openxmlformats.org/drawingml/2006/main" name="セクショニング(SAKURA Green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59D96151-4E89-41F0-9F64-A0A41940310E}"/>
    </a:ext>
  </a:extLst>
</a:theme>
</file>

<file path=ppt/theme/theme8.xml><?xml version="1.0" encoding="utf-8"?>
<a:theme xmlns:a="http://schemas.openxmlformats.org/drawingml/2006/main" name="セクショニング(SAKURA Blac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E3E8F9E2-EF40-42C2-897E-A09A55258272}"/>
    </a:ext>
  </a:extLst>
</a:theme>
</file>

<file path=ppt/theme/theme9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10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156</TotalTime>
  <Words>87</Words>
  <Application>Microsoft Office PowerPoint</Application>
  <PresentationFormat>ユーザー設定</PresentationFormat>
  <Paragraphs>21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9</vt:i4>
      </vt:variant>
      <vt:variant>
        <vt:lpstr>スライド タイトル</vt:lpstr>
      </vt:variant>
      <vt:variant>
        <vt:i4>4</vt:i4>
      </vt:variant>
    </vt:vector>
  </HeadingPairs>
  <TitlesOfParts>
    <vt:vector size="18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Orange)</vt:lpstr>
      <vt:lpstr>セクショニング(SAKURA Blue Light)</vt:lpstr>
      <vt:lpstr>セクショニング(SAKURA Yellow)</vt:lpstr>
      <vt:lpstr>セクショニング(SAKURA Dark Blue)</vt:lpstr>
      <vt:lpstr>セクショニング(SAKURA Green)</vt:lpstr>
      <vt:lpstr>セクショニング(SAKURA Black)</vt:lpstr>
      <vt:lpstr>セクショニング(SAKURA Gray)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3</cp:revision>
  <dcterms:created xsi:type="dcterms:W3CDTF">2026-07-08T10:02:17Z</dcterms:created>
  <dcterms:modified xsi:type="dcterms:W3CDTF">2026-07-09T03:35:27Z</dcterms:modified>
</cp:coreProperties>
</file>